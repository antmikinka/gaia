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5722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7315200" cy="2286000"/>
          </a:xfrm>
          <a:prstGeom prst="round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1A1A1A"/>
                </a:solidFill>
                <a:latin typeface="Arial Black"/>
              </a:defRPr>
            </a:pPr>
            <a:r>
              <a:t>GAIA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0B0B0"/>
                </a:solidFill>
                <a:latin typeface="Segoe UI"/>
              </a:defRPr>
            </a:pPr>
            <a:r>
              <a:t>Comprehensive Technical Brief &amp; Implementation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0B0B0"/>
                </a:solidFill>
                <a:latin typeface="Segoe UI"/>
              </a:defRPr>
            </a:pPr>
            <a:r>
              <a:t>Anthony Mikinka | March 23, 2026 | github.com/antmikinka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5722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GAIA V2 (Generalized Agent Intelligence Architecture)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Production-proven multi-agent orchestration system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Delivers 'one prompt → complete software feature' capability</a:t>
            </a:r>
          </a:p>
          <a:p>
            <a:pPr>
              <a:spcAft>
                <a:spcPts val="1200"/>
              </a:spcAft>
              <a:defRPr sz="8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Proven Foundation: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8 active production hooks in Safe Haven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99.8% test pass rate (1120/1122)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41.8K+ stars (BMAD-METHOD)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27 quality validation categories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17 agent specialists across 4 categories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8 pre-configured pipeline templates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5722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Key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Verification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Production Hooks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8 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Running in Claude Code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Test Pass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99.8% (1120/1122)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Verified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Community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41.8K+ stars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GitHub BMAD-METHOD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Quality 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27 validators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Implemented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Agent Specialists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17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4 categories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Pipeline Templates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8 configurations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STANDARD-RAPID-ENTERPRISE-etc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Development 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20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Proposed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Expected Efficiency 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With Ryzen AI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5722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Problem Statement - Market Opportunity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Pain Point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Current Solution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Market Impact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Agent Creation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Manual coding (weeks)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$15B (AI dev tools)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Quality Assurance Gaps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Basic or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$60B (testing/QA)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Cloud Dependency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100% cloud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$50B (edge AI)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Workflow Fragmentation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Linear chains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$25B (orchestration)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No Hardware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Generic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Missed NPU/GPU potential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5722"/>
                </a:solidFill>
                <a:latin typeface="Arial Black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000">
                <a:solidFill>
                  <a:srgbClr val="64FF64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GAIA V2 SYSTEM ARCHITECTURE              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                                                                         │</a:t>
            </a:r>
            <a:br/>
            <a:r>
              <a:t>│  USER GOAL → [PLANNING] → [DEVELOPMENT] → [QUALITY] → [DECISION]       │</a:t>
            </a:r>
            <a:br/>
            <a:r>
              <a:t>│                                      │                                    │</a:t>
            </a:r>
            <a:br/>
            <a:r>
              <a:t>│              ┌───────────────────────┴───────────────────────┐          │</a:t>
            </a:r>
            <a:br/>
            <a:r>
              <a:t>│              │              QUALITY GATE                      │          │</a:t>
            </a:r>
            <a:br/>
            <a:r>
              <a:t>│              │              Score &gt;= Threshold?               │          │</a:t>
            </a:r>
            <a:br/>
            <a:r>
              <a:t>│              │              YES → SHIP ✓                      │          │</a:t>
            </a:r>
            <a:br/>
            <a:r>
              <a:t>│              │              NO  → EXTRACT DEFECTS             │          │</a:t>
            </a:r>
            <a:br/>
            <a:r>
              <a:t>│              │                   LOOP TO PLANNING             │          │</a:t>
            </a:r>
            <a:br/>
            <a:r>
              <a:t>│              │                   (unlimited iterations)       │          │</a:t>
            </a:r>
            <a:br/>
            <a:r>
              <a:t>│              └────────────────────────────────────────────────┘          │</a:t>
            </a:r>
            <a:br/>
            <a:r>
              <a:t>│                                                                          │</a:t>
            </a:r>
            <a:br/>
            <a:r>
              <a:t>│  AGENT CATEGORIES:        PIPELINE TEMPLATES:                            │</a:t>
            </a:r>
            <a:br/>
            <a:r>
              <a:t>│  - PLANNING (4 agents)    - STANDARD (90/100)                            │</a:t>
            </a:r>
            <a:br/>
            <a:r>
              <a:t>│  - DEVELOPMENT (5 agents) - RAPID (75/100)                               │</a:t>
            </a:r>
            <a:br/>
            <a:r>
              <a:t>│  - REVIEW (5 agents)      - ENTERPRISE (95/100)                          │</a:t>
            </a:r>
            <a:br/>
            <a:r>
              <a:t>│  - MANAGEMENT (3 agents)  - 8 total configurations                       │</a:t>
            </a:r>
            <a:br/>
            <a:r>
              <a:t>│                                                           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└─────────────────────────────────────────────────────────────────────────┘</a:t>
            </a:r>
            <a:b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5722"/>
                </a:solidFill>
                <a:latin typeface="Arial Black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Core Innovation: Recursive Iterative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Key Differentiator: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No artificial max iterations - continues until quality threshold met</a:t>
            </a:r>
          </a:p>
          <a:p>
            <a:pPr>
              <a:spcAft>
                <a:spcPts val="1200"/>
              </a:spcAft>
              <a:defRPr sz="8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Pipeline Flow: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1. PLANNING PHASE - Requirement analysis, Architecture design, Task decomposition, Agent selection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2. DEVELOPMENT PHASE - Code generation, Component creation, Integration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3. QUALITY PHASE - 27 validation categories, Weighted scoring, Defect identification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4. DECISION PHASE - Score &gt;= Threshold? → SHIP ✓ | Score &lt; Threshold? → LOOP</a:t>
            </a:r>
          </a:p>
          <a:p>
            <a:pPr>
              <a:spcAft>
                <a:spcPts val="1200"/>
              </a:spcAft>
              <a:defRPr sz="8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State-Based Routing: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security defect → security-auditor → loop back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performance issue → performance-analyst → fix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API task → api-designer → plan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5722"/>
                </a:solidFill>
                <a:latin typeface="Arial Black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Agent Ecosystem - 17 Specialists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3474720" cy="2011680"/>
          </a:xfrm>
          <a:prstGeom prst="round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400" b="1">
                <a:solidFill>
                  <a:srgbClr val="1A1A1A"/>
                </a:solidFill>
                <a:latin typeface="Arial Black"/>
              </a:defRPr>
            </a:pPr>
            <a:r>
              <a:t>PLANNING (4 agents)</a:t>
            </a:r>
          </a:p>
          <a:p>
            <a:pPr>
              <a:defRPr sz="1100">
                <a:solidFill>
                  <a:srgbClr val="1A1A1A"/>
                </a:solidFill>
                <a:latin typeface="Segoe UI"/>
              </a:defRPr>
            </a:pPr>
            <a:r>
              <a:t>• planning-analysis-strategist</a:t>
            </a:r>
          </a:p>
          <a:p>
            <a:pPr>
              <a:defRPr sz="1100">
                <a:solidFill>
                  <a:srgbClr val="1A1A1A"/>
                </a:solidFill>
                <a:latin typeface="Segoe UI"/>
              </a:defRPr>
            </a:pPr>
            <a:r>
              <a:t>• solutions-architect</a:t>
            </a:r>
          </a:p>
          <a:p>
            <a:pPr>
              <a:defRPr sz="1100">
                <a:solidFill>
                  <a:srgbClr val="1A1A1A"/>
                </a:solidFill>
                <a:latin typeface="Segoe UI"/>
              </a:defRPr>
            </a:pPr>
            <a:r>
              <a:t>• api-designer</a:t>
            </a:r>
          </a:p>
          <a:p>
            <a:pPr>
              <a:defRPr sz="1100">
                <a:solidFill>
                  <a:srgbClr val="1A1A1A"/>
                </a:solidFill>
                <a:latin typeface="Segoe UI"/>
              </a:defRPr>
            </a:pPr>
            <a:r>
              <a:t>• database-architect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188720"/>
            <a:ext cx="3474720" cy="2011680"/>
          </a:xfrm>
          <a:prstGeom prst="round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400" b="1">
                <a:solidFill>
                  <a:srgbClr val="1A1A1A"/>
                </a:solidFill>
                <a:latin typeface="Arial Black"/>
              </a:defRPr>
            </a:pPr>
            <a:r>
              <a:t>DEVELOPMENT (5 agents)</a:t>
            </a:r>
          </a:p>
          <a:p>
            <a:pPr>
              <a:defRPr sz="1100">
                <a:solidFill>
                  <a:srgbClr val="1A1A1A"/>
                </a:solidFill>
                <a:latin typeface="Segoe UI"/>
              </a:defRPr>
            </a:pPr>
            <a:r>
              <a:t>• senior-developer</a:t>
            </a:r>
          </a:p>
          <a:p>
            <a:pPr>
              <a:defRPr sz="1100">
                <a:solidFill>
                  <a:srgbClr val="1A1A1A"/>
                </a:solidFill>
                <a:latin typeface="Segoe UI"/>
              </a:defRPr>
            </a:pPr>
            <a:r>
              <a:t>• frontend-specialist</a:t>
            </a:r>
          </a:p>
          <a:p>
            <a:pPr>
              <a:defRPr sz="1100">
                <a:solidFill>
                  <a:srgbClr val="1A1A1A"/>
                </a:solidFill>
                <a:latin typeface="Segoe UI"/>
              </a:defRPr>
            </a:pPr>
            <a:r>
              <a:t>• backend-specialist</a:t>
            </a:r>
          </a:p>
          <a:p>
            <a:pPr>
              <a:defRPr sz="1100">
                <a:solidFill>
                  <a:srgbClr val="1A1A1A"/>
                </a:solidFill>
                <a:latin typeface="Segoe UI"/>
              </a:defRPr>
            </a:pPr>
            <a:r>
              <a:t>• devops-engineer</a:t>
            </a:r>
          </a:p>
          <a:p>
            <a:pPr>
              <a:defRPr sz="1100">
                <a:solidFill>
                  <a:srgbClr val="1A1A1A"/>
                </a:solidFill>
                <a:latin typeface="Segoe UI"/>
              </a:defRPr>
            </a:pPr>
            <a:r>
              <a:t>• data-engineer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474720"/>
            <a:ext cx="3474720" cy="2011680"/>
          </a:xfrm>
          <a:prstGeom prst="round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400" b="1">
                <a:solidFill>
                  <a:srgbClr val="1A1A1A"/>
                </a:solidFill>
                <a:latin typeface="Arial Black"/>
              </a:defRPr>
            </a:pPr>
            <a:r>
              <a:t>REVIEW (5 agents)</a:t>
            </a:r>
          </a:p>
          <a:p>
            <a:pPr>
              <a:defRPr sz="1100">
                <a:solidFill>
                  <a:srgbClr val="1A1A1A"/>
                </a:solidFill>
                <a:latin typeface="Segoe UI"/>
              </a:defRPr>
            </a:pPr>
            <a:r>
              <a:t>• quality-reviewer</a:t>
            </a:r>
          </a:p>
          <a:p>
            <a:pPr>
              <a:defRPr sz="1100">
                <a:solidFill>
                  <a:srgbClr val="1A1A1A"/>
                </a:solidFill>
                <a:latin typeface="Segoe UI"/>
              </a:defRPr>
            </a:pPr>
            <a:r>
              <a:t>• security-auditor</a:t>
            </a:r>
          </a:p>
          <a:p>
            <a:pPr>
              <a:defRPr sz="1100">
                <a:solidFill>
                  <a:srgbClr val="1A1A1A"/>
                </a:solidFill>
                <a:latin typeface="Segoe UI"/>
              </a:defRPr>
            </a:pPr>
            <a:r>
              <a:t>• performance-analyst</a:t>
            </a:r>
          </a:p>
          <a:p>
            <a:pPr>
              <a:defRPr sz="1100">
                <a:solidFill>
                  <a:srgbClr val="1A1A1A"/>
                </a:solidFill>
                <a:latin typeface="Segoe UI"/>
              </a:defRPr>
            </a:pPr>
            <a:r>
              <a:t>• accessibility-reviewer</a:t>
            </a:r>
          </a:p>
          <a:p>
            <a:pPr>
              <a:defRPr sz="1100">
                <a:solidFill>
                  <a:srgbClr val="1A1A1A"/>
                </a:solidFill>
                <a:latin typeface="Segoe UI"/>
              </a:defRPr>
            </a:pPr>
            <a:r>
              <a:t>• test-coverage-analyzer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474720"/>
            <a:ext cx="3474720" cy="2011680"/>
          </a:xfrm>
          <a:prstGeom prst="round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400" b="1">
                <a:solidFill>
                  <a:srgbClr val="1A1A1A"/>
                </a:solidFill>
                <a:latin typeface="Arial Black"/>
              </a:defRPr>
            </a:pPr>
            <a:r>
              <a:t>MANAGEMENT (3 agents)</a:t>
            </a:r>
          </a:p>
          <a:p>
            <a:pPr>
              <a:defRPr sz="1100">
                <a:solidFill>
                  <a:srgbClr val="1A1A1A"/>
                </a:solidFill>
                <a:latin typeface="Segoe UI"/>
              </a:defRPr>
            </a:pPr>
            <a:r>
              <a:t>• software-program-manager</a:t>
            </a:r>
          </a:p>
          <a:p>
            <a:pPr>
              <a:defRPr sz="1100">
                <a:solidFill>
                  <a:srgbClr val="1A1A1A"/>
                </a:solidFill>
                <a:latin typeface="Segoe UI"/>
              </a:defRPr>
            </a:pPr>
            <a:r>
              <a:t>• technical-writer</a:t>
            </a:r>
          </a:p>
          <a:p>
            <a:pPr>
              <a:defRPr sz="1100">
                <a:solidFill>
                  <a:srgbClr val="1A1A1A"/>
                </a:solidFill>
                <a:latin typeface="Segoe UI"/>
              </a:defRPr>
            </a:pPr>
            <a:r>
              <a:t>• release-manager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5722"/>
                </a:solidFill>
                <a:latin typeface="Arial Black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Pipeline Templates - 8 Configurations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Template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Agent Sequence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90/100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Planning → Dev → QA →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Features, APIs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RAPID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75/100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Planning → Dev → 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Prototypes, MVPs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95/100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Planning → Dev → QA → Security → Perf →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Production, Security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85/100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Tech Writer → Reviewer → Editor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API docs, guides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90/100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Test Architect → Dev → QA →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Test creation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88/100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API Designer → Frontend → QA → Accessibility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UI components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90/100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API Designer → Backend → QA →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REST APIs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DATA-ML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88/100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DB Architect → Data Engineer → 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Data pipelines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5722"/>
                </a:solidFill>
                <a:latin typeface="Arial Black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Quality Scoring System - 27 Categories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Validation Categories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Code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Syntax, Style, Complexity, DRY, SOLID, Error Handling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Requirements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Feature Completeness, Edge Cases, User Stories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Unit Tests, Integration Tests, Coverage, Mock Quality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Docstrings, README, API Docs, Comments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Best Practices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Security, Performance, Accessibility, Maintainability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5722"/>
                </a:solidFill>
                <a:latin typeface="Arial Black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State-Based Routing - Dynamic Agent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Routing Rules (YAML Configuration):</a:t>
            </a:r>
          </a:p>
          <a:p>
            <a:pPr>
              <a:spcAft>
                <a:spcPts val="1200"/>
              </a:spcAft>
              <a:defRPr sz="8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defect_type == 'security' → security-auditor (mandatory_fix)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defect_type == 'performance' AND severity &gt;= 8 → performance-analyst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task_type contains 'api' → api-designer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task_type contains 'database' → database-architect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test_coverage &lt; 90 → test-coverage-analyzer (loop_back)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ui_component == true → accessibility-reviewer</a:t>
            </a:r>
          </a:p>
          <a:p>
            <a:pPr>
              <a:spcAft>
                <a:spcPts val="1200"/>
              </a:spcAft>
              <a:defRPr sz="8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Key Benefit: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Routes to the RIGHT specialist based on defect type, not fixed sequence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5722"/>
                </a:solidFill>
                <a:latin typeface="Arial Black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Hook System - 16 Events, 8 Production 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Hook Events: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Pipeline Lifecycle (5): init, start, complete, fail, cancel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Phase Events (3): phase_start, phase_complete, phase_fail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Loop Events (3): loop_start, loop_complete, loop_defects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Quality Events (3): quality_eval, threshold_met, threshold_failed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Agent Events (2): agent_invoke, agent_complete</a:t>
            </a:r>
          </a:p>
          <a:p>
            <a:pPr>
              <a:spcAft>
                <a:spcPts val="1200"/>
              </a:spcAft>
              <a:defRPr sz="8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Production Hooks (8):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1. PreActionValidationHook  5. QualityGateHook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2. PostActionValidationHook 6. DefectExtractionHook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3. ContextInjectionHook     7. PipelineNotificationHook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4. OutputProcessingHook     8. ChronicleHarvestHook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5722"/>
                </a:solidFill>
                <a:latin typeface="Arial Black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Safe Haven Hook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000">
                <a:solidFill>
                  <a:srgbClr val="64FF64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HOOK INTEGRATION ARCHITECTURE                       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                                                                 │</a:t>
            </a:r>
            <a:br/>
            <a:r>
              <a:t>│  CLAUDE CODE HOOK SYSTEM (Safe Haven)                            │</a:t>
            </a:r>
            <a:br/>
            <a:r>
              <a:t>│  ├── pre-compaction-validation.py                                │</a:t>
            </a:r>
            <a:br/>
            <a:r>
              <a:t>│  ├── context-preservation-optimizer.py                           │</a:t>
            </a:r>
            <a:br/>
            <a:r>
              <a:t>│  └── post-compaction-monitor.py                                  │</a:t>
            </a:r>
            <a:br/>
            <a:r>
              <a:t>│                                                                  │</a:t>
            </a:r>
            <a:br/>
            <a:r>
              <a:t>│  GAIA HOOK SYSTEM (Extension)                                    │</a:t>
            </a:r>
            <a:br/>
            <a:r>
              <a:t>│  ├── PreActionValidationHook                                     │</a:t>
            </a:r>
            <a:br/>
            <a:r>
              <a:t>│  ├── QualityGateHook                                             │</a:t>
            </a:r>
            <a:br/>
            <a:r>
              <a:t>│  └── DefectExtractionHook                                        │</a:t>
            </a:r>
            <a:br/>
            <a:r>
              <a:t>│                                                                  │</a:t>
            </a:r>
            <a:br/>
            <a:r>
              <a:t>│  INTEGRATION: GAIA hooks execute within Safe Haven context       │</a:t>
            </a:r>
            <a:br/>
            <a:r>
              <a:t>│  - Shared logging infrastructure                                 │</a:t>
            </a:r>
            <a:br/>
            <a:r>
              <a:t>│  - Shared metrics/monitoring                                     │</a:t>
            </a:r>
            <a:br/>
            <a:r>
              <a:t>│  - Shared error handling                                         │</a:t>
            </a:r>
            <a:br/>
            <a:r>
              <a:t>│                                                   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└─────────────────────────────────────────────────────────────────┘</a:t>
            </a:r>
            <a:b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5722"/>
                </a:solidFill>
                <a:latin typeface="Arial Black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Implementation Plan - 20 Weeks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Deliverables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Success Criteria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Weeks 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Core Pipeline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State machine, Loop manager,</a:t>
                      </a:r>
                    </a:p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Decision engine, Quality scorer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Weeks 5-12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Productization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Agent registry, Templates,</a:t>
                      </a:r>
                    </a:p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Test suite, Documentation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Phase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Weeks 13-20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AMD Ryzen AI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NPU optimization,</a:t>
                      </a:r>
                    </a:p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ChromaDB, MCP server,</a:t>
                      </a:r>
                    </a:p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Enterprise pilot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5722"/>
                </a:solidFill>
                <a:latin typeface="Arial Black"/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Resource Requirements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Team Size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Key Roles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3-4 FTE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 Architect, 2-3 Engineers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4 weeks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5-6 FTE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+ QA Engineer, Tech Writer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8 weeks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Phase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4-5 FTE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+ AMD Liaison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8 weeks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10 FTE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Cross-functional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20 weeks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5722"/>
                </a:solidFill>
                <a:latin typeface="Arial Black"/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Risk Analysis &amp; Mitigation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Quality gates fail at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Continuous validation, enterprise pilots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Ryzen AI underperforms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Multi-hardware support roadmap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Hook system doesn't generalize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Document patterns early, test across domains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AI winter / hype crash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Focus on enterprise ROI, not hype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Developer resistance to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Bottom-up adoption (dev-first)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5722"/>
                </a:solidFill>
                <a:latin typeface="Arial Black"/>
              </a:defRPr>
            </a:pPr>
            <a: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Business Case - ROI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With GAIA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Dev cost per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$10K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$1K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90% reduction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Time to 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12x faster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Startup capital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$2M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$200K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90% reduction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Enterprise dev team 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10x improvement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5029200"/>
            <a:ext cx="7315200" cy="1097280"/>
          </a:xfrm>
          <a:prstGeom prst="round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1A1A"/>
                </a:solidFill>
                <a:latin typeface="Arial Black"/>
              </a:defRPr>
            </a:pPr>
            <a:r>
              <a:t>Economic Value: $650K/year/team × 1M teams = $650B annual productivity gain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5722"/>
                </a:solidFill>
                <a:latin typeface="Arial Black"/>
              </a:defRPr>
            </a:pPr>
            <a: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Revenue Projection - 5 Year Outlook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Revenue Stream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Year 5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Enterprise Licenses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$2.5M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$40M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$120M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Template Marketplace (15%)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$0.5M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$8M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$25M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AMD Hardware Revenue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$12M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$50M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Training/Certification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$5M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$15M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$3M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$65M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$210M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5722"/>
                </a:solidFill>
                <a:latin typeface="Arial Black"/>
              </a:defRPr>
            </a:pPr>
            <a: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AMD Partnership - 'Intel Inside'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What AMD Gets: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Differentiated Ryzen AI value proposition ('GAIA-Optimized' badge)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Developer mindshare: 500K+ by Year 3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Hardware sales driver: $500M+ by Year 5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Strategic positioning vs Intel/NVIDIA</a:t>
            </a:r>
          </a:p>
          <a:p>
            <a:pPr>
              <a:spcAft>
                <a:spcPts val="1200"/>
              </a:spcAft>
              <a:defRPr sz="8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Partnership Requirements: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Hardware Access: Ryzen AI dev kits → NPU optimization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Technical Liaison: AMD engineer (part-time) → Architecture guidance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Marketing Support: Co-marketing budget → Developer outreach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Enterprise Introductions: Customer pilot contacts → First deployments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5722"/>
                </a:solidFill>
                <a:latin typeface="Arial Black"/>
              </a:defRPr>
            </a:pPr>
            <a: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Next Steps - Immediate Actions (Week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1. Team Allocation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   Finalize 3-4 FTE for Phase 1</a:t>
            </a:r>
          </a:p>
          <a:p>
            <a:pPr>
              <a:spcAft>
                <a:spcPts val="1200"/>
              </a:spcAft>
              <a:defRPr sz="6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2. AMD Partnership Agreement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   Sign technical partnership</a:t>
            </a:r>
          </a:p>
          <a:p>
            <a:pPr>
              <a:spcAft>
                <a:spcPts val="1200"/>
              </a:spcAft>
              <a:defRPr sz="6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3. Development Infrastructure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   Set up repositories, CI/CD</a:t>
            </a:r>
          </a:p>
          <a:p>
            <a:pPr>
              <a:spcAft>
                <a:spcPts val="1200"/>
              </a:spcAft>
              <a:defRPr sz="6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4. Phase 1 Kickoff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   Begin Week 1 implementation</a:t>
            </a:r>
          </a:p>
          <a:p>
            <a:pPr>
              <a:spcAft>
                <a:spcPts val="1200"/>
              </a:spcAft>
              <a:defRPr sz="8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Go/No-Go Gates: Week 4 | Week 12 | Week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5722"/>
                </a:solidFill>
                <a:latin typeface="Arial Black"/>
              </a:defRPr>
            </a:pPr>
            <a: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Implementation Status - Phase 1 Complete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Tests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Pipeline State 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✅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24 passing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Loop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✅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19 passing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Decision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✅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17 passing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Quality Scorer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✅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23 passing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Agent Registry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✅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12 passing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Hook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✅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8 passing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103 passing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5722"/>
                </a:solidFill>
                <a:latin typeface="Arial Black"/>
              </a:defRPr>
            </a:pPr>
            <a: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Repository File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000">
                <a:solidFill>
                  <a:srgbClr val="64FF64"/>
                </a:solidFill>
                <a:latin typeface="Consolas"/>
              </a:defRPr>
            </a:pPr>
            <a:r>
              <a:t>gaia-proposal/</a:t>
            </a:r>
            <a:br/>
            <a:r>
              <a:t>├── GAIA_TECHNICAL_BRIEF_v2.md      # Comprehensive V2 specification</a:t>
            </a:r>
            <a:br/>
            <a:r>
              <a:t>├── GAIA_VISION_2030.md              # Long-term vision</a:t>
            </a:r>
            <a:br/>
            <a:r>
              <a:t>├── GAIA_IMPLEMENTATION_PLAN.pptx    # Implementation PowerPoint</a:t>
            </a:r>
            <a:br/>
            <a:r>
              <a:t>├── GAIA_IMPLEMENTATION_PLAN.html    # HTML presentation</a:t>
            </a:r>
            <a:br/>
            <a:r>
              <a:t>├── README.md                        # Project overview</a:t>
            </a:r>
            <a:br/>
            <a:r>
              <a:t>├── gaia/                            # GAIA Core Pipeline Engine</a:t>
            </a:r>
            <a:br/>
            <a:r>
              <a:t>│   ├── src/gaia/</a:t>
            </a:r>
            <a:br/>
            <a:r>
              <a:t>│   │   ├── pipeline/               # State machine, loops, decisions</a:t>
            </a:r>
            <a:br/>
            <a:r>
              <a:t>│   │   ├── quality/                # Quality scorer, 27 validators</a:t>
            </a:r>
            <a:br/>
            <a:r>
              <a:t>│   │   ├── agents/                 # Agent registry, 17 definitions</a:t>
            </a:r>
            <a:br/>
            <a:r>
              <a:t>│   │   ├── hooks/                  # Hook system, 8 production hooks</a:t>
            </a:r>
            <a:br/>
            <a:r>
              <a:t>│   │   └── utils/                  # Utilities, logging, exceptions</a:t>
            </a:r>
            <a:br/>
            <a:r>
              <a:t>│   ├── config/agents/              # Agent YAML configurations</a:t>
            </a:r>
            <a:br/>
            <a:r>
              <a:t>│   ├── tests/                      # 103 passing tests</a:t>
            </a:r>
            <a:br/>
            <a:r>
              <a:t>│   └── pyproject.toml</a:t>
            </a:r>
            <a:br/>
            <a:r>
              <a:t>└── images/                          # Assets</a:t>
            </a:r>
            <a:b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5722"/>
                </a:solidFill>
                <a:latin typeface="Arial Black"/>
              </a:defRPr>
            </a:pPr>
            <a: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Contact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Anthony Mikinka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Email: anthony.mikinka@gmail.com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GitHub: github.com/antmikinka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Location: Budapest, Hungary</a:t>
            </a:r>
          </a:p>
          <a:p>
            <a:pPr>
              <a:spcAft>
                <a:spcPts val="1200"/>
              </a:spcAft>
              <a:defRPr sz="8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Repository: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https://github.com/antmikinka/gaia-proposal.git</a:t>
            </a:r>
          </a:p>
          <a:p>
            <a:pPr>
              <a:spcAft>
                <a:spcPts val="1200"/>
              </a:spcAft>
              <a:defRPr sz="8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Document Version: 2.0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Last Updated: March 23,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