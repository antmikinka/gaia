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>
                <a:solidFill>
                  <a:srgbClr val="FFFFFF"/>
                </a:solidFill>
                <a:latin typeface="Archivo Black"/>
              </a:defRPr>
            </a:pPr>
            <a:r>
              <a:t>GAIA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5722"/>
                </a:solidFill>
                <a:latin typeface="Space Grotesk"/>
              </a:defRPr>
            </a:pPr>
            <a:r>
              <a:t>Generalized Agent Intelligence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Space Grotesk"/>
              </a:defRPr>
            </a:pPr>
            <a:r>
              <a:t>"One Prompt -&gt; Complete Software Feature"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Anthony Mikinka | github.com/antmikinka</a:t>
            </a:r>
            <a:br/>
            <a:r>
              <a:t>Productizing Battle-Tested Hook Architecture for AMD Ryzen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FF5722"/>
                </a:solidFill>
                <a:latin typeface="Archivo Black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  <a:latin typeface="Archivo Black"/>
              </a:defRPr>
            </a:pPr>
            <a:r>
              <a:t>41.8K+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BMAD-METHOD Stars</a:t>
            </a:r>
            <a:br/>
            <a:r>
              <a:t>(Agent Templates Contributor)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09728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18872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  <a:latin typeface="Archivo Black"/>
              </a:defRPr>
            </a:pPr>
            <a:r>
              <a:t>99.8%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0116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Test Pass Rate</a:t>
            </a:r>
            <a:br/>
            <a:r>
              <a:t>(1120/1122 tests)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09728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18872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  <a:latin typeface="Archivo Black"/>
              </a:defRPr>
            </a:pPr>
            <a:r>
              <a:t>20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0116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To Production-Ready</a:t>
            </a:r>
            <a:br/>
            <a:r>
              <a:t>(Phased Delivery)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The Opportunity: Productize proven 'one prompt -&gt; feature' capability for AMD Ryzen AI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749039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With GAIA + Ryzen AI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Development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Hours-long automated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10x faster (local NPU)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Quality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90-95/100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Same + hardware optimization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Cloud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100% cloud LLMs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Local execution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Proof: Safe Haven Running in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Production Hook System - Live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SAFE HAVEN: 8 PRODUCTION HOOKS</a:t>
            </a:r>
            <a:br/>
            <a:r>
              <a:t>    pre-compaction-validation.py (28KB) - Critical context analysis</a:t>
            </a:r>
            <a:br/>
            <a:r>
              <a:t>    context-preservation-optimizer.py (117KB) - 5 compression strategies</a:t>
            </a:r>
            <a:br/>
            <a:r>
              <a:t>    post-compaction-monitor.py (50KB) - Real-time metrics</a:t>
            </a:r>
            <a:br/>
            <a:r>
              <a:t>    quality-assurance-validator.py - 25+ validation categories</a:t>
            </a:r>
            <a:br/>
            <a:r>
              <a:t>    compliance-check.py - Regulatory compliance</a:t>
            </a:r>
            <a:br/>
            <a:r>
              <a:t>    content-quality-monitor.py - Content validation</a:t>
            </a:r>
            <a:br/>
            <a:r>
              <a:t>    performance-validation.py - Performance gates</a:t>
            </a:r>
            <a:br/>
            <a:br/>
            <a:r>
              <a:t>    EXECUTION: Automatically triggered during Claude Code sessions</a:t>
            </a:r>
            <a:br/>
            <a:r>
              <a:t>    STATUS: ACTIVE and running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722"/>
                </a:solidFill>
                <a:latin typeface="Space Grotesk"/>
              </a:defRPr>
            </a:pPr>
            <a:r>
              <a:t>This is MY architecture. GAIA productizes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The Core: Recursive Iterative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Quality-Gated Loop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8463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+---------------------------------------------------------------------+</a:t>
            </a:r>
            <a:br/>
            <a:r>
              <a:t>|         RECURSIVE ITERATIVE PIPELINE (Auto-Pilot)                   |</a:t>
            </a:r>
            <a:br/>
            <a:r>
              <a:t>+---------------------------------------------------------------------+</a:t>
            </a:r>
            <a:br/>
            <a:r>
              <a:t>|  USER GOAL -&gt; PLANNING -&gt; DEVELOPMENT -&gt; QUALITY -&gt; DECISION        |</a:t>
            </a:r>
            <a:br/>
            <a:r>
              <a:t>|                                 |                                   |</a:t>
            </a:r>
            <a:br/>
            <a:r>
              <a:t>|         +-----------------------+----------------------------+      |</a:t>
            </a:r>
            <a:br/>
            <a:r>
              <a:t>|         |                  QUALITY GATE                       |      |</a:t>
            </a:r>
            <a:br/>
            <a:r>
              <a:t>|         |   Score &gt;= 90?                                       |      |</a:t>
            </a:r>
            <a:br/>
            <a:r>
              <a:t>|         |   YES -&gt; @software-program-manager -&gt; SHIP          |      |</a:t>
            </a:r>
            <a:br/>
            <a:r>
              <a:t>|         |   NO  -&gt; Defects -&gt; Loop back to PLANNING           |      |</a:t>
            </a:r>
            <a:br/>
            <a:r>
              <a:t>|         |        (Unlimited iterations until quality met)      |      |</a:t>
            </a:r>
            <a:br/>
            <a:r>
              <a:t>|         +------------------------------------------------------+      |</a:t>
            </a:r>
            <a:br/>
            <a:r>
              <a:t>+---------------------------------------------------------------------+</a:t>
            </a:r>
            <a:br/>
            <a:br/>
            <a:r>
              <a:t>    KEY INNOVATION: No artificial max iterations. Continues until quality &gt;= threshold.</a:t>
            </a:r>
            <a:br/>
            <a:r>
              <a:t>    Source: RECURSIVE-ITERATIVE-PIPELINE.md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Pipeline Templates (Already Built)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Configurable Quality Thresholds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Template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Quality Threshold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Agent Sequence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Planning -&gt; Dev -&gt; QA -&gt;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Features, APIs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RAPID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75/100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Planning -&gt; Dev -&gt;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Prototypes, MVPs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Planning -&gt; Dev -&gt; QA -&gt; Security -&gt; Perf -&gt; Mgr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Production, Security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85/100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Tech Writer -&gt; Reviewer -&gt;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API docs, guides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QUALITY WEIGHTS: Code Quality 25% | Requirements 25% | Testing 20% | Documentation 15% | Best Practices 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  <a:latin typeface="Space Grotesk"/>
              </a:defRPr>
            </a:pPr>
            <a:r>
              <a:t>Source: auto-pilot-templates.yml, recursive-pipeline-templates.yml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FF5722"/>
                </a:solidFill>
                <a:latin typeface="Archivo Black"/>
              </a:defRPr>
            </a:pPr>
            <a:r>
              <a:t>Agent Categories (State-Based Routing)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5722"/>
                </a:solidFill>
                <a:latin typeface="Space Grotesk"/>
              </a:defRPr>
            </a:pPr>
            <a:r>
              <a:t>Multi-Agent Selection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3891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AGENT CATEGORIES:</a:t>
            </a:r>
            <a:br/>
            <a:r>
              <a:t>    PLANNING:       planning-analysis-strategist | solutions-architect | api-designer | database-architect</a:t>
            </a:r>
            <a:br/>
            <a:r>
              <a:t>    DEVELOPMENT:    senior-developer | frontend-specialist | backend-specialist | devops-engineer | data-engineer</a:t>
            </a:r>
            <a:br/>
            <a:r>
              <a:t>    REVIEW:         quality-reviewer | security-auditor | performance-analyst | accessibility-reviewer | test-coverage-analyzer</a:t>
            </a:r>
            <a:br/>
            <a:r>
              <a:t>    MANAGEMENT:     software-program-manager | technical-writer | release-manager</a:t>
            </a:r>
            <a:br/>
            <a:br/>
            <a:r>
              <a:t>    AUTO-SELECTION: Based on task triggers ("api" -&gt; api-designer, "security" -&gt; security-auditor)</a:t>
            </a:r>
            <a:br/>
            <a:r>
              <a:t>    Source: recursive-pipeline-templates.yml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3D Cube Matrix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Multi-Dimensional Agent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3891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                PHASES (Z-axis): Research -&gt; Planning -&gt; Development -&gt; QA -&gt; Feedback</a:t>
            </a:r>
            <a:br/>
            <a:r>
              <a:t>                          /</a:t>
            </a:r>
            <a:br/>
            <a:r>
              <a:t>                         /   COMPONENT TYPE (Y-axis): tasks | checklists | tools | workflows | data</a:t>
            </a:r>
            <a:br/>
            <a:r>
              <a:t>                        /</a:t>
            </a:r>
            <a:br/>
            <a:r>
              <a:t>                AGENT PERSONA (X-axis): planning | developer | qa | researcher | manager</a:t>
            </a:r>
            <a:br/>
            <a:br/>
            <a:r>
              <a:t>    EXAMPLE: execute-checklist.md -&gt; X:qa-reviewer, Y:checklist, Z:QA phase</a:t>
            </a:r>
            <a:br/>
            <a:br/>
            <a:r>
              <a:t>    Enables: Intelligent agent routing | Component type awareness | Cross-phase state injection</a:t>
            </a:r>
            <a:br/>
            <a:r>
              <a:t>    Source: ORCHESTRATION-SPEC-v1.md (92KB specification)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Orchestration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Configurable Automation Levels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User Control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User invokes each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Full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Exploratory, debugging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Guided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System suggests, user confirms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Approval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Standard workflows (DEFAULT)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Autonomous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Auto-invokes with 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Phase boundaries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Repeatable pipelines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EXECUTION PATTERNS: Linear Pipeline | Iterative Spiral | Parallel Execution | Conditional Branching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Nexus: 4-Layer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Complete Orchestration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+--------------------------------------------------+</a:t>
            </a:r>
            <a:br/>
            <a:r>
              <a:t>|  USER / CLAUDE CODE (Natural Conversation)       |</a:t>
            </a:r>
            <a:br/>
            <a:r>
              <a:t>|  @agent mention -&gt; automatic routing             |</a:t>
            </a:r>
            <a:br/>
            <a:r>
              <a:t>+--------------------------------------------------+</a:t>
            </a:r>
            <a:br/>
            <a:r>
              <a:t>|  ORCHESTRATION LAYER                             |</a:t>
            </a:r>
            <a:br/>
            <a:r>
              <a:t>|  OrchestratorAgent | PhaseController | Feedback  |</a:t>
            </a:r>
            <a:br/>
            <a:r>
              <a:t>|  ConfigLoader      | StateManager    | Metrics   |</a:t>
            </a:r>
            <a:br/>
            <a:r>
              <a:t>+--------------------------------------------------+</a:t>
            </a:r>
            <a:br/>
            <a:r>
              <a:t>|  RUNTIME INFRASTRUCTURE (Nexus)                  |</a:t>
            </a:r>
            <a:br/>
            <a:r>
              <a:t>|  PipelinePlanner | ContextInjector | AgentRegistry|</a:t>
            </a:r>
            <a:br/>
            <a:r>
              <a:t>|  Chronicle (temporal) | Workspace (spatial)      |</a:t>
            </a:r>
            <a:br/>
            <a:r>
              <a:t>+--------------------------------------------------+</a:t>
            </a:r>
            <a:br/>
            <a:r>
              <a:t>|  BUILD-TIME INFRASTRUCTURE                       |</a:t>
            </a:r>
            <a:br/>
            <a:r>
              <a:t>|  SessionManager | Agent Templates | Hook System  |</a:t>
            </a:r>
            <a:br/>
            <a:r>
              <a:t>+--------------------------------------------------+</a:t>
            </a:r>
            <a:br/>
            <a:r>
              <a:t>|  CLAUDE CODE HOST                                |</a:t>
            </a:r>
            <a:br/>
            <a:r>
              <a:t>|  Task Tool | File Ops | MCP Servers | ChromaDB   |</a:t>
            </a:r>
            <a:br/>
            <a:r>
              <a:t>+--------------------------------------------------+</a:t>
            </a:r>
            <a:br/>
            <a:r>
              <a:t>    Source: architecture-diagram.html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Track Record: BMAD-METHOD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Agent Templates Before Viral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&lt;10K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Stars When I Contributed</a:t>
            </a:r>
            <a:br/>
            <a:r>
              <a:t>(Early Stage)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18872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2801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41.8K+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031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Stars Now</a:t>
            </a:r>
            <a:br/>
            <a:r>
              <a:t>(Viral Growth)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18872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2801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Still Ref.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1031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My Templates</a:t>
            </a:r>
            <a:br/>
            <a:r>
              <a:t>(Lasting Impact)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BMAD-METHOD (github.com/bmad-code-org/BMAD-METHOD)</a:t>
            </a:r>
            <a:br/>
            <a:r>
              <a:t>Created agent templates before the project hit mainstream. Still referenced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722"/>
                </a:solidFill>
                <a:latin typeface="Space Grotesk"/>
              </a:defRPr>
            </a:pPr>
            <a:r>
              <a:t>I don't just design systems. I BUILD them before they're cool.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Metrics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Real Numbers from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33/33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Auto-Pilot Tests</a:t>
            </a:r>
            <a:br/>
            <a:r>
              <a:t>100% Passing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1120/1122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Full Test Suite</a:t>
            </a:r>
            <a:br/>
            <a:r>
              <a:t>99.8% 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Core Hook Files</a:t>
            </a:r>
            <a:br/>
            <a:r>
              <a:t>Production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Space Grotesk"/>
              </a:defRPr>
            </a:pPr>
            <a:r>
              <a:t>DOCUMENTATION: 8 categorized docs | 4 visual diagrams (2 SVG, 1 HTML, 1 ASCII) | Implementation guide | 5+ pipeline templates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What This Can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3891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EXAMPLE WORKFLOWS (Already Proven):</a:t>
            </a:r>
            <a:br/>
            <a:br/>
            <a:r>
              <a:t>    1. PATENT ECOSYSTEM (CCMG):</a:t>
            </a:r>
            <a:br/>
            <a:r>
              <a:t>       - 12+ specialist agents | 780-line orchestrator | 25+ legal templates | 8 commands</a:t>
            </a:r>
            <a:br/>
            <a:br/>
            <a:r>
              <a:t>    2. RESEARCH AGENT 2:</a:t>
            </a:r>
            <a:br/>
            <a:r>
              <a:t>       - 65+ components | 4 Python hooks | 5 QA checklists | MCP server configs</a:t>
            </a:r>
            <a:br/>
            <a:br/>
            <a:r>
              <a:t>    3. NEXUS AGENT ORCHESTRATOR:</a:t>
            </a:r>
            <a:br/>
            <a:r>
              <a:t>       - 12+ specialist agents | Multi-layer testing | MCP integration | Self-configuring</a:t>
            </a:r>
            <a:br/>
            <a:br/>
            <a:r>
              <a:t>    All generated from prompts. All production-ready.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Enterprise AI Development Pain Points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Pain Point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GAIA Solution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Market Size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Agent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Weeks manual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One prompt -&gt; 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$15B (AI dev tools)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Quality Assurance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Basic or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25+ validation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$60B (testing/QA)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Cloud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100% cloud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Local Ryzen AI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$50B (edge AI)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Workflow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Linear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Recursive quality-gated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$25B (orchestration)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Total Addressable Market: $150B+ across AI development, QA, edge computing, and orchestration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Why GAIA Wins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Agent Creation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Quality Gates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Hardware Opt.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Battle-Tested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AutoGen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Academic demos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CrewAI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Startup pilots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LangChain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Low-code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Varied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GAIA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One prompt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25+ categories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Ryzen AI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722"/>
                </a:solidFill>
                <a:latin typeface="Space Grotesk"/>
              </a:defRPr>
            </a:pPr>
            <a:r>
              <a:t>You can copy code. You can't copy PROVEN CAPABILITY.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AMD Ryzen 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Phase 3 Technical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3891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CURRENT STATE -&gt; TARGET STATE:</a:t>
            </a:r>
            <a:br/>
            <a:r>
              <a:t>    Cloud LLM Execution  -&gt;  AMD Ryzen AI Distribution</a:t>
            </a:r>
            <a:br/>
            <a:br/>
            <a:r>
              <a:t>    - All agents on cloud APIs     -&gt;  Planning agents -&gt; CPU (Ryzen)</a:t>
            </a:r>
            <a:br/>
            <a:r>
              <a:t>    - High latency                 -&gt;  Dev agents -&gt; GPU (Radeon)</a:t>
            </a:r>
            <a:br/>
            <a:r>
              <a:t>    - Ongoing cost                 -&gt;  QA agents -&gt; NPU (Ryzen AI)</a:t>
            </a:r>
            <a:br/>
            <a:r>
              <a:t>    - No data control              -&gt;  Local LLM inference</a:t>
            </a:r>
            <a:br/>
            <a:r>
              <a:t>                                     -&gt;  10x efficiency gain</a:t>
            </a:r>
            <a:br/>
            <a:br/>
            <a:r>
              <a:t>    TECHNICAL REQUIREMENTS:</a:t>
            </a:r>
            <a:br/>
            <a:r>
              <a:t>    1. Add Ryzen AI execution targets to agent definitions</a:t>
            </a:r>
            <a:br/>
            <a:r>
              <a:t>    2. Integrate local LLM (ONNX Runtime / DirectML)</a:t>
            </a:r>
            <a:br/>
            <a:r>
              <a:t>    3. Build hardware-aware agent placement logic</a:t>
            </a:r>
            <a:br/>
            <a:r>
              <a:t>    4. Optimize for NPU tensor operations</a:t>
            </a:r>
            <a:br/>
            <a:br/>
            <a:r>
              <a:t>    Requires: AMD technical partnership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Roadmap (Honest Timeline)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Phased Delivery with Go/No-Go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3891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+------------------------------------------------------------+</a:t>
            </a:r>
            <a:br/>
            <a:r>
              <a:t>|  PHASE 1 (Weeks 1-4): Capture Methodology                  |</a:t>
            </a:r>
            <a:br/>
            <a:r>
              <a:t>|  Document hook patterns | Extract templates | Docs sprint  |</a:t>
            </a:r>
            <a:br/>
            <a:r>
              <a:t>|  [GO] - Entry: User availability confirmed                 |</a:t>
            </a:r>
            <a:br/>
            <a:r>
              <a:t>+------------------------------------------------------------+</a:t>
            </a:r>
            <a:br/>
            <a:r>
              <a:t>|  PHASE 2 (Weeks 5-12): Productization                      |</a:t>
            </a:r>
            <a:br/>
            <a:r>
              <a:t>|  Self-service pipeline | Quality gates | Template library  |</a:t>
            </a:r>
            <a:br/>
            <a:r>
              <a:t>|  [CONDITIONAL GO - extend to 8 weeks if needed]            |</a:t>
            </a:r>
            <a:br/>
            <a:r>
              <a:t>+------------------------------------------------------------+</a:t>
            </a:r>
            <a:br/>
            <a:r>
              <a:t>|  PHASE 3 (Weeks 13-20): Enterprise + Ryzen AI              |</a:t>
            </a:r>
            <a:br/>
            <a:r>
              <a:t>|  Audit trails | AMD optimization | Enterprise packaging    |</a:t>
            </a:r>
            <a:br/>
            <a:r>
              <a:t>|  [GO - AMD partnership dependent]                          |</a:t>
            </a:r>
            <a:br/>
            <a:r>
              <a:t>+------------------------------------------------------------+</a:t>
            </a:r>
            <a:br/>
            <a:br/>
            <a:r>
              <a:t>    Total: 20 weeks (5 months) to production-ready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What I Need from AMD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Ryzen AI Dev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Hardware optimization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Enable NPU targeting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Technical Partnership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NPU execution guidance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Accelerate Phase 3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Go-to-Market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Enterprise introductions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Early adopter pipeline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Marketing/PR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AMD-optimized positioning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Developer adoption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What AMD Gets:</a:t>
            </a:r>
            <a:br/>
            <a:r>
              <a:t>- First-mover advantage on hook-based agent systems</a:t>
            </a:r>
            <a:br/>
            <a:r>
              <a:t>- Differentiated Ryzen AI value proposition</a:t>
            </a:r>
            <a:br/>
            <a:r>
              <a:t>- Proven capability (Safe Haven running NOW)</a:t>
            </a:r>
            <a:br/>
            <a:r>
              <a:t>- 41.8K+ star community connection (BMAD)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ROI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10x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Development Speed</a:t>
            </a:r>
            <a:br/>
            <a:r>
              <a:t>vs.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90%+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Quality Pass Rate</a:t>
            </a:r>
            <a:br/>
            <a:r>
              <a:t>Production-Ready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$500K+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Annual Savings</a:t>
            </a:r>
            <a:br/>
            <a:r>
              <a:t>Per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ENTERPRISE VALUE:</a:t>
            </a:r>
            <a:br/>
            <a:r>
              <a:t>    Dev time saved: 20 hrs/wk x $100/hr x 50 wks = $100K/dev/year</a:t>
            </a:r>
            <a:br/>
            <a:r>
              <a:t>    Team of 5: $500K/year | Cloud reduction: ~$50K/year | Quality: ~$100K/year</a:t>
            </a:r>
            <a:br/>
            <a:r>
              <a:t>    TOTAL: $650K+/year per enterprise team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Strategic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5722"/>
                </a:solidFill>
                <a:latin typeface="Space Grotesk"/>
              </a:defRPr>
            </a:pPr>
            <a:r>
              <a:t>Adrian-Macias Assessment: APPROVE WITH CONDITIONS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Capability uniqueness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Genuinely differentiated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AMD strategic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8/10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Strong Ryzen AI alignment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Technical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7/10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Proven in Safe Haven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Business potential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$150B+ TAM, clear ROI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APPROVE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Methodology capture first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Four Mandatory Conditions:</a:t>
            </a:r>
            <a:br/>
            <a:r>
              <a:t>    1. Methodology Capture (Weeks 1-2) - Document context engineering patterns</a:t>
            </a:r>
            <a:br/>
            <a:r>
              <a:t>    2. Reproducibility Validation (Weeks 3-4) - Execute WITHOUT user prompting</a:t>
            </a:r>
            <a:br/>
            <a:r>
              <a:t>    3. AMD Alignment (Weeks 5-6) - Demonstrate Ryzen AI code generation</a:t>
            </a:r>
            <a:br/>
            <a:r>
              <a:t>    4. Enterprise Readiness (Weeks 7-8) - Audit trails, quality gates, monitoring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5722"/>
                </a:solidFill>
                <a:latin typeface="Space Grotesk"/>
              </a:defRPr>
            </a:pPr>
            <a:r>
              <a:t>The One-Sentence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"I've built Safe Haven - a production hook system with 8 Python hooks, 25+ quality gates, and ChromaDB memory, plus the recursive iterative pipeline with 99.8% test pass rate. I contributed agent templates to BMAD-METHOD before it hit 41.8K stars. GAIA productizes this architecture and optimizes it for AMD Ryzen AI, giving enterprises 'one prompt -&gt; complete feature' capability that's actually battle-tested."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3200400" cy="128016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Archivo Black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Production Hooks</a:t>
            </a:r>
            <a:br/>
            <a:r>
              <a:t>Safe Haven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3200400"/>
            <a:ext cx="3200400" cy="128016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32918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Archivo Black"/>
              </a:defRPr>
            </a:pPr>
            <a:r>
              <a:t>99.8%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Test Pass Rate</a:t>
            </a:r>
            <a:br/>
            <a:r>
              <a:t>1120/1122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3200400"/>
            <a:ext cx="3200400" cy="128016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32918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Archivo Black"/>
              </a:defRPr>
            </a:pPr>
            <a:r>
              <a:t>41.8K+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BMAD Stars</a:t>
            </a:r>
            <a:br/>
            <a:r>
              <a:t>Template Contributor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5722"/>
                </a:solidFill>
                <a:latin typeface="Archivo Black"/>
              </a:defRPr>
            </a:pPr>
            <a:r>
              <a:t>Let's Build This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Anthony Mikinka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AI Engineer &amp; Agent Ecosystem Creator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GitHub: github.com/antmikinka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BMAD-METHOD: 41.8K+ stars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Safe Haven: conversation-compaction-hooks-safe-haven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Strategic Assessment: Adrian-Macias AI Technology Advisor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Decision: APPROVE WITH CONDITIONS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